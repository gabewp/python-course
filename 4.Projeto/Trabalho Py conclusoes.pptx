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800" dirty="0">
                <a:latin typeface="Arial Black" panose="020B0A04020102020204" pitchFamily="34" charset="0"/>
              </a:rPr>
              <a:t>1</a:t>
            </a:r>
            <a:r>
              <a:rPr lang="pt-BR" sz="2800" dirty="0">
                <a:latin typeface="Arial Black" panose="020B0A04020102020204" pitchFamily="34" charset="0"/>
              </a:rPr>
              <a:t>- </a:t>
            </a:r>
            <a:r>
              <a:rPr sz="2800" dirty="0" err="1">
                <a:latin typeface="Arial Black" panose="020B0A04020102020204" pitchFamily="34" charset="0"/>
              </a:rPr>
              <a:t>Companhias</a:t>
            </a:r>
            <a:r>
              <a:rPr sz="2800" dirty="0">
                <a:latin typeface="Arial Black" panose="020B0A04020102020204" pitchFamily="34" charset="0"/>
              </a:rPr>
              <a:t> com </a:t>
            </a:r>
            <a:r>
              <a:rPr sz="2800" dirty="0" err="1">
                <a:latin typeface="Arial Black" panose="020B0A04020102020204" pitchFamily="34" charset="0"/>
              </a:rPr>
              <a:t>mais</a:t>
            </a:r>
            <a:r>
              <a:rPr sz="2800" dirty="0">
                <a:latin typeface="Arial Black" panose="020B0A04020102020204" pitchFamily="34" charset="0"/>
              </a:rPr>
              <a:t> </a:t>
            </a:r>
            <a:r>
              <a:rPr sz="2800" dirty="0" err="1">
                <a:latin typeface="Arial Black" panose="020B0A04020102020204" pitchFamily="34" charset="0"/>
              </a:rPr>
              <a:t>atrasos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4320" y="1693746"/>
            <a:ext cx="498463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Conclusões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Algumas</a:t>
            </a:r>
            <a:r>
              <a:rPr dirty="0"/>
              <a:t> </a:t>
            </a:r>
            <a:r>
              <a:rPr dirty="0" err="1"/>
              <a:t>companhias</a:t>
            </a:r>
            <a:r>
              <a:rPr dirty="0"/>
              <a:t> </a:t>
            </a:r>
            <a:r>
              <a:rPr dirty="0" err="1"/>
              <a:t>possuem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atrasos</a:t>
            </a:r>
            <a:r>
              <a:rPr dirty="0"/>
              <a:t> </a:t>
            </a:r>
            <a:r>
              <a:rPr dirty="0" err="1"/>
              <a:t>totais</a:t>
            </a:r>
            <a:endParaRPr dirty="0"/>
          </a:p>
          <a:p>
            <a:r>
              <a:rPr dirty="0"/>
              <a:t>- </a:t>
            </a:r>
            <a:r>
              <a:rPr dirty="0" err="1"/>
              <a:t>Outras</a:t>
            </a:r>
            <a:r>
              <a:rPr dirty="0"/>
              <a:t> </a:t>
            </a:r>
            <a:r>
              <a:rPr dirty="0" err="1"/>
              <a:t>têm</a:t>
            </a:r>
            <a:r>
              <a:rPr dirty="0"/>
              <a:t>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atraso</a:t>
            </a:r>
            <a:r>
              <a:rPr dirty="0"/>
              <a:t> </a:t>
            </a:r>
            <a:r>
              <a:rPr dirty="0" err="1"/>
              <a:t>médio</a:t>
            </a:r>
            <a:endParaRPr dirty="0"/>
          </a:p>
          <a:p>
            <a:r>
              <a:rPr dirty="0"/>
              <a:t>-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gráficos</a:t>
            </a:r>
            <a:r>
              <a:rPr dirty="0"/>
              <a:t> </a:t>
            </a:r>
            <a:r>
              <a:rPr dirty="0" err="1"/>
              <a:t>mostram</a:t>
            </a:r>
            <a:r>
              <a:rPr dirty="0"/>
              <a:t> </a:t>
            </a:r>
            <a:r>
              <a:rPr dirty="0" err="1"/>
              <a:t>essas</a:t>
            </a:r>
            <a:r>
              <a:rPr dirty="0"/>
              <a:t> </a:t>
            </a:r>
            <a:r>
              <a:rPr dirty="0" err="1"/>
              <a:t>diferenças</a:t>
            </a:r>
            <a:r>
              <a:rPr dirty="0"/>
              <a:t> </a:t>
            </a:r>
            <a:r>
              <a:rPr dirty="0" err="1"/>
              <a:t>claramente</a:t>
            </a:r>
            <a:r>
              <a:rPr dirty="0"/>
              <a:t>.</a:t>
            </a:r>
          </a:p>
        </p:txBody>
      </p:sp>
      <p:pic>
        <p:nvPicPr>
          <p:cNvPr id="4" name="Picture 3" descr="qtd_atra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29000"/>
            <a:ext cx="4114800" cy="2468880"/>
          </a:xfrm>
          <a:prstGeom prst="rect">
            <a:avLst/>
          </a:prstGeom>
        </p:spPr>
      </p:pic>
      <p:pic>
        <p:nvPicPr>
          <p:cNvPr id="5" name="Picture 4" descr="atraso_me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290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2- </a:t>
            </a:r>
            <a:r>
              <a:rPr sz="2800" dirty="0" err="1">
                <a:latin typeface="Arial Black" panose="020B0A04020102020204" pitchFamily="34" charset="0"/>
              </a:rPr>
              <a:t>Rotas</a:t>
            </a:r>
            <a:r>
              <a:rPr sz="2800" dirty="0">
                <a:latin typeface="Arial Black" panose="020B0A04020102020204" pitchFamily="34" charset="0"/>
              </a:rPr>
              <a:t> e </a:t>
            </a:r>
            <a:r>
              <a:rPr sz="2800" dirty="0" err="1">
                <a:latin typeface="Arial Black" panose="020B0A04020102020204" pitchFamily="34" charset="0"/>
              </a:rPr>
              <a:t>Aeronaves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408494"/>
            <a:ext cx="489294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Conclusões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Algumas</a:t>
            </a:r>
            <a:r>
              <a:rPr dirty="0"/>
              <a:t> </a:t>
            </a:r>
            <a:r>
              <a:rPr dirty="0" err="1"/>
              <a:t>rotas</a:t>
            </a:r>
            <a:r>
              <a:rPr dirty="0"/>
              <a:t> </a:t>
            </a:r>
            <a:r>
              <a:rPr dirty="0" err="1"/>
              <a:t>apresentam</a:t>
            </a:r>
            <a:r>
              <a:rPr dirty="0"/>
              <a:t> </a:t>
            </a:r>
            <a:r>
              <a:rPr dirty="0" err="1"/>
              <a:t>atrasos</a:t>
            </a:r>
            <a:r>
              <a:rPr dirty="0"/>
              <a:t> </a:t>
            </a:r>
            <a:r>
              <a:rPr dirty="0" err="1">
                <a:solidFill>
                  <a:srgbClr val="FF0000"/>
                </a:solidFill>
              </a:rPr>
              <a:t>muito</a:t>
            </a:r>
            <a:r>
              <a:rPr dirty="0">
                <a:solidFill>
                  <a:srgbClr val="FF0000"/>
                </a:solidFill>
              </a:rPr>
              <a:t> altos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ocorrer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clima</a:t>
            </a:r>
            <a:r>
              <a:rPr dirty="0"/>
              <a:t>, </a:t>
            </a:r>
            <a:r>
              <a:rPr dirty="0" err="1"/>
              <a:t>tráfego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distância</a:t>
            </a:r>
            <a:r>
              <a:rPr dirty="0"/>
              <a:t>.</a:t>
            </a:r>
          </a:p>
          <a:p>
            <a:r>
              <a:rPr dirty="0"/>
              <a:t>- A </a:t>
            </a:r>
            <a:r>
              <a:rPr dirty="0" err="1"/>
              <a:t>aeronave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influencia</a:t>
            </a:r>
            <a:r>
              <a:rPr dirty="0"/>
              <a:t> </a:t>
            </a:r>
            <a:r>
              <a:rPr dirty="0" err="1"/>
              <a:t>atrasos</a:t>
            </a:r>
            <a:r>
              <a:rPr dirty="0"/>
              <a:t>.</a:t>
            </a:r>
          </a:p>
        </p:txBody>
      </p:sp>
      <p:pic>
        <p:nvPicPr>
          <p:cNvPr id="4" name="Picture 3" descr="atraso_r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944368"/>
            <a:ext cx="6912864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Arial Black" panose="020B0A04020102020204" pitchFamily="34" charset="0"/>
              </a:rPr>
              <a:t>3</a:t>
            </a:r>
            <a:r>
              <a:rPr lang="pt-BR" sz="2800" dirty="0">
                <a:latin typeface="Arial Black" panose="020B0A04020102020204" pitchFamily="34" charset="0"/>
              </a:rPr>
              <a:t>-</a:t>
            </a:r>
            <a:r>
              <a:rPr sz="2800" dirty="0">
                <a:latin typeface="Arial Black" panose="020B0A04020102020204" pitchFamily="34" charset="0"/>
              </a:rPr>
              <a:t> </a:t>
            </a:r>
            <a:r>
              <a:rPr sz="2800" dirty="0" err="1">
                <a:latin typeface="Arial Black" panose="020B0A04020102020204" pitchFamily="34" charset="0"/>
              </a:rPr>
              <a:t>Padrões</a:t>
            </a:r>
            <a:r>
              <a:rPr sz="2800" dirty="0">
                <a:latin typeface="Arial Black" panose="020B0A04020102020204" pitchFamily="34" charset="0"/>
              </a:rPr>
              <a:t> e </a:t>
            </a:r>
            <a:r>
              <a:rPr sz="2800" dirty="0" err="1">
                <a:latin typeface="Arial Black" panose="020B0A04020102020204" pitchFamily="34" charset="0"/>
              </a:rPr>
              <a:t>Tendências</a:t>
            </a:r>
            <a:endParaRPr sz="2800" dirty="0"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5296" y="1366988"/>
            <a:ext cx="5193473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/>
              <a:t>Conclusões</a:t>
            </a:r>
            <a:r>
              <a:rPr b="1" dirty="0"/>
              <a:t>:</a:t>
            </a:r>
          </a:p>
          <a:p>
            <a:r>
              <a:rPr dirty="0"/>
              <a:t>- </a:t>
            </a:r>
            <a:r>
              <a:rPr dirty="0" err="1"/>
              <a:t>Atrasos</a:t>
            </a:r>
            <a:r>
              <a:rPr dirty="0"/>
              <a:t> </a:t>
            </a:r>
            <a:r>
              <a:rPr dirty="0" err="1"/>
              <a:t>aumentam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longo</a:t>
            </a:r>
            <a:r>
              <a:rPr dirty="0"/>
              <a:t> do </a:t>
            </a:r>
            <a:r>
              <a:rPr dirty="0" err="1"/>
              <a:t>dia</a:t>
            </a:r>
            <a:r>
              <a:rPr dirty="0"/>
              <a:t> </a:t>
            </a:r>
            <a:br>
              <a:rPr lang="pt-BR" dirty="0"/>
            </a:br>
            <a:r>
              <a:rPr lang="pt-BR" dirty="0"/>
              <a:t>	* </a:t>
            </a:r>
            <a:r>
              <a:rPr dirty="0" err="1"/>
              <a:t>efeito</a:t>
            </a:r>
            <a:r>
              <a:rPr dirty="0"/>
              <a:t> </a:t>
            </a:r>
            <a:r>
              <a:rPr dirty="0" err="1"/>
              <a:t>cascata</a:t>
            </a:r>
            <a:endParaRPr dirty="0"/>
          </a:p>
          <a:p>
            <a:r>
              <a:rPr dirty="0"/>
              <a:t>- Meses </a:t>
            </a:r>
            <a:r>
              <a:rPr dirty="0" err="1"/>
              <a:t>críticos</a:t>
            </a:r>
            <a:r>
              <a:rPr dirty="0"/>
              <a:t> </a:t>
            </a:r>
            <a:r>
              <a:rPr dirty="0" err="1"/>
              <a:t>tendem</a:t>
            </a:r>
            <a:r>
              <a:rPr dirty="0"/>
              <a:t> a ter </a:t>
            </a:r>
            <a:r>
              <a:rPr dirty="0" err="1"/>
              <a:t>clima</a:t>
            </a:r>
            <a:r>
              <a:rPr dirty="0"/>
              <a:t> </a:t>
            </a:r>
            <a:r>
              <a:rPr dirty="0" err="1"/>
              <a:t>pior</a:t>
            </a:r>
            <a:r>
              <a:rPr dirty="0"/>
              <a:t>.</a:t>
            </a:r>
          </a:p>
          <a:p>
            <a:r>
              <a:rPr lang="pt-BR" dirty="0"/>
              <a:t>Para melhoria: </a:t>
            </a:r>
            <a:r>
              <a:rPr dirty="0" err="1"/>
              <a:t>otimização</a:t>
            </a:r>
            <a:r>
              <a:rPr dirty="0"/>
              <a:t> de </a:t>
            </a:r>
            <a:r>
              <a:rPr dirty="0" err="1"/>
              <a:t>horários</a:t>
            </a:r>
            <a:r>
              <a:rPr dirty="0"/>
              <a:t> e </a:t>
            </a:r>
            <a:r>
              <a:rPr dirty="0" err="1"/>
              <a:t>manutenção</a:t>
            </a:r>
            <a:r>
              <a:rPr dirty="0"/>
              <a:t>.</a:t>
            </a:r>
          </a:p>
        </p:txBody>
      </p:sp>
      <p:pic>
        <p:nvPicPr>
          <p:cNvPr id="4" name="Picture 3" descr="atraso_h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945" y="3054096"/>
            <a:ext cx="5882110" cy="35292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98</Words>
  <Application>Microsoft Office PowerPoint</Application>
  <PresentationFormat>Apresentação na tela (4:3)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Arial Black</vt:lpstr>
      <vt:lpstr>Calibri</vt:lpstr>
      <vt:lpstr>Office Theme</vt:lpstr>
      <vt:lpstr>1- Companhias com mais atrasos</vt:lpstr>
      <vt:lpstr>2- Rotas e Aeronaves</vt:lpstr>
      <vt:lpstr>3- Padrões e Tendências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2025-12-07T23:30:55Z</dcterms:modified>
  <cp:category/>
</cp:coreProperties>
</file>